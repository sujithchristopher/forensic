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9A5B-43CB-FBBD-727B-9562A118D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54936-079F-FBA3-38A1-E0624EEEB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8F17-BA92-FB4F-B9B0-749EFDD8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5C63-AA47-BC4E-D64C-F0E52BD8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87ED5-C7F3-31B5-D63F-B1A9D107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6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B05F-8CD3-6D62-CAF2-8BA2A9EB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3C952-9CC2-6A98-6B9D-A5B082218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CD881-4A15-CF37-AB39-40BDEAC7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9692-7AE6-9EFA-A350-CF94FB11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FE709-4DD3-C000-0A2B-0C31B296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21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15E8-D256-DC0A-F031-4399840D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832B0-9C33-FA62-A88D-C839E56F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8115-FB4F-BED4-AAF8-554C6188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E4AF-66AC-6141-497A-9CFA879B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36A80-8651-AE3E-8708-C8313BCA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05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6CF1-07E4-D079-FD1B-F77A67C4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7987-87FC-1260-ED68-AE7E476A0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109A8-31E6-5DF8-8D1D-90F372BC2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666AA-41C3-44E2-DC04-5BB16B25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6B2C6-9F68-8179-1BCB-E4B2EF20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7472C-AFD4-12B7-C1DC-9CA36F84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098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9902-8611-58B0-85A0-98DCB046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7D6B8-A874-A40C-6DA7-314ACF0A7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443D7-5ECA-ED91-7939-D443BAA15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D3E58-CCCD-888C-98C4-19AD98279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132F4-22ED-F6F9-7CD3-69648E87C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B82C6-0CF9-B8CB-D4A6-299F8805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7695C9-1F0D-348A-61F0-C9EE29FA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B1E32-6879-C97B-5087-C5282F32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9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2990-60B8-B9F0-E2D1-ED50E608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9FC69-E494-FE39-D19C-EA34F9D27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6B600-FA50-798A-EB69-076D3F51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6900C-028F-C95F-D2DA-C04C0AF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0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9BA51-CA3E-03D3-A9DA-ABAC2627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F5EE0-2C94-7495-E8BB-19CFDE9E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57A80-489F-DC5C-EF6D-1D8B69C7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A82F-8498-4C69-FD9C-BD630285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F1E7-1969-E292-9E8D-56775272E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EDD85-1961-83A1-0FC8-CCC883A9F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1E61E-F6EF-2111-0271-46546A94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8DC7E-B4DC-E704-28C0-46754B10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7D832-E51D-54FC-BFBE-92C49239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0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39A1-26CE-8440-4FA3-67EEB5F4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3439D-2BD0-D59B-7888-7AE90A219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9B745-C75B-1027-8F33-84E0FA55A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D6E3F-4457-FC54-3813-2D2E3158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E53C1-ABA4-87F8-1E98-21D9F2DC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2D247-103B-300F-913E-EA5BCEA7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0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6DA3-64BB-4283-3BB7-0715741B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9A819-EAFD-8ACD-8497-4DB7DAA44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7678-2F50-1E55-7F57-CAD8E6AD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BAB33-E0BD-CB91-4B2A-F8B5E01F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2EA89-FDF4-7740-0696-0D98D176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AC4AB-9D16-DC06-C12C-C63080BDF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C25A8-E702-9326-995C-13A809018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2CD51-94B1-F192-AEE7-D83C6FB4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7E597-F8B4-2DBA-A274-817AC663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5F56C-68F1-EEFB-2415-E5F9902F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48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D8E79-86FF-FE54-2C1C-6B19758A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5E215-032F-EFD8-AC7B-CBFBAC7A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4DE06-AF88-98CB-86BD-AAF3B304F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EE967-92B8-4F5B-9566-0E764B07C3D9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2D86D-6FF8-7E0D-EBC5-EBEE13043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9FE1-72AC-853E-967A-B4FCDA5D5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DE92C-7987-48B5-A106-CB9219978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50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10BB-8D90-39E6-E77C-8EE3BF7EA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2EF35-BB24-5435-E15C-1452039B5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2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Sujith Christopher</dc:creator>
  <cp:lastModifiedBy>Sujith Christopher</cp:lastModifiedBy>
  <cp:revision>1</cp:revision>
  <dcterms:created xsi:type="dcterms:W3CDTF">2026-08-08T03:53:10Z</dcterms:created>
  <dcterms:modified xsi:type="dcterms:W3CDTF">2026-08-08T03:53:13Z</dcterms:modified>
</cp:coreProperties>
</file>